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5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03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261C-2C4D-4088-9038-CDBC4F0F5CE7}" type="datetimeFigureOut">
              <a:rPr lang="tr-TR" smtClean="0"/>
              <a:t>27.01.2025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5E59-E46C-4848-8B8D-9CD1743A7E6F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285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261C-2C4D-4088-9038-CDBC4F0F5CE7}" type="datetimeFigureOut">
              <a:rPr lang="tr-TR" smtClean="0"/>
              <a:t>27.01.2025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5E59-E46C-4848-8B8D-9CD1743A7E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448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261C-2C4D-4088-9038-CDBC4F0F5CE7}" type="datetimeFigureOut">
              <a:rPr lang="tr-TR" smtClean="0"/>
              <a:t>27.01.2025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5E59-E46C-4848-8B8D-9CD1743A7E6F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255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261C-2C4D-4088-9038-CDBC4F0F5CE7}" type="datetimeFigureOut">
              <a:rPr lang="tr-TR" smtClean="0"/>
              <a:t>27.01.2025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5E59-E46C-4848-8B8D-9CD1743A7E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9389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261C-2C4D-4088-9038-CDBC4F0F5CE7}" type="datetimeFigureOut">
              <a:rPr lang="tr-TR" smtClean="0"/>
              <a:t>27.01.2025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5E59-E46C-4848-8B8D-9CD1743A7E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229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261C-2C4D-4088-9038-CDBC4F0F5CE7}" type="datetimeFigureOut">
              <a:rPr lang="tr-TR" smtClean="0"/>
              <a:t>27.01.2025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5E59-E46C-4848-8B8D-9CD1743A7E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646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261C-2C4D-4088-9038-CDBC4F0F5CE7}" type="datetimeFigureOut">
              <a:rPr lang="tr-TR" smtClean="0"/>
              <a:t>27.01.2025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5E59-E46C-4848-8B8D-9CD1743A7E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20978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7BD261C-2C4D-4088-9038-CDBC4F0F5CE7}" type="datetimeFigureOut">
              <a:rPr lang="tr-TR" smtClean="0"/>
              <a:t>27.01.2025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385E59-E46C-4848-8B8D-9CD1743A7E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7977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261C-2C4D-4088-9038-CDBC4F0F5CE7}" type="datetimeFigureOut">
              <a:rPr lang="tr-TR" smtClean="0"/>
              <a:t>27.01.2025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5E59-E46C-4848-8B8D-9CD1743A7E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490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261C-2C4D-4088-9038-CDBC4F0F5CE7}" type="datetimeFigureOut">
              <a:rPr lang="tr-TR" smtClean="0"/>
              <a:t>27.01.2025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5E59-E46C-4848-8B8D-9CD1743A7E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3255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261C-2C4D-4088-9038-CDBC4F0F5CE7}" type="datetimeFigureOut">
              <a:rPr lang="tr-TR" smtClean="0"/>
              <a:t>27.01.2025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5E59-E46C-4848-8B8D-9CD1743A7E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4946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7BD261C-2C4D-4088-9038-CDBC4F0F5CE7}" type="datetimeFigureOut">
              <a:rPr lang="tr-TR" smtClean="0"/>
              <a:t>27.01.2025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385E59-E46C-4848-8B8D-9CD1743A7E6F}" type="slidenum">
              <a:rPr lang="tr-TR" smtClean="0"/>
              <a:t>‹#›</a:t>
            </a:fld>
            <a:endParaRPr lang="tr-T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2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gif"/><Relationship Id="rId4" Type="http://schemas.openxmlformats.org/officeDocument/2006/relationships/image" Target="../media/image8.gi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80F717F-C656-4EE8-9A46-6DD245693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r-TR" sz="4800" dirty="0"/>
              <a:t>ONLINE MULTI-AGENT POLICY IMPROVEMENT FOR PATH PLANNING PROBLEMS IN ROBOTICS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EFE8FC0-5EF4-46F2-B509-769CF0AC88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Ahmet yıldız</a:t>
            </a:r>
          </a:p>
          <a:p>
            <a:r>
              <a:rPr lang="tr-TR" dirty="0"/>
              <a:t>514231055</a:t>
            </a:r>
          </a:p>
        </p:txBody>
      </p:sp>
    </p:spTree>
    <p:extLst>
      <p:ext uri="{BB962C8B-B14F-4D97-AF65-F5344CB8AC3E}">
        <p14:creationId xmlns:p14="http://schemas.microsoft.com/office/powerpoint/2010/main" val="3364815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36BCAE3-8E68-4976-B646-99F7A73F8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Introduction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7DA275F-3808-41F8-BB91-65EBEA995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117540" cy="4023360"/>
          </a:xfrm>
        </p:spPr>
        <p:txBody>
          <a:bodyPr/>
          <a:lstStyle/>
          <a:p>
            <a:r>
              <a:rPr lang="tr-TR" b="1" dirty="0"/>
              <a:t>Problem Definition:</a:t>
            </a:r>
          </a:p>
          <a:p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experiencing</a:t>
            </a:r>
            <a:r>
              <a:rPr lang="tr-TR" dirty="0"/>
              <a:t> </a:t>
            </a:r>
            <a:r>
              <a:rPr lang="tr-TR" dirty="0" err="1"/>
              <a:t>major</a:t>
            </a:r>
            <a:r>
              <a:rPr lang="tr-TR" dirty="0"/>
              <a:t> </a:t>
            </a:r>
            <a:r>
              <a:rPr lang="tr-TR" dirty="0" err="1"/>
              <a:t>problems</a:t>
            </a:r>
            <a:r>
              <a:rPr lang="tr-TR" dirty="0"/>
              <a:t> in </a:t>
            </a:r>
            <a:r>
              <a:rPr lang="tr-TR" dirty="0" err="1"/>
              <a:t>combating</a:t>
            </a:r>
            <a:r>
              <a:rPr lang="tr-TR" dirty="0"/>
              <a:t> </a:t>
            </a:r>
            <a:r>
              <a:rPr lang="tr-TR" dirty="0" err="1"/>
              <a:t>forest</a:t>
            </a:r>
            <a:r>
              <a:rPr lang="tr-TR" dirty="0"/>
              <a:t> </a:t>
            </a:r>
            <a:r>
              <a:rPr lang="tr-TR" dirty="0" err="1"/>
              <a:t>fires</a:t>
            </a:r>
            <a:r>
              <a:rPr lang="tr-TR" dirty="0"/>
              <a:t>. </a:t>
            </a:r>
            <a:r>
              <a:rPr lang="tr-TR" dirty="0" err="1"/>
              <a:t>Forest</a:t>
            </a:r>
            <a:r>
              <a:rPr lang="tr-TR" dirty="0"/>
              <a:t> </a:t>
            </a:r>
            <a:r>
              <a:rPr lang="tr-TR" dirty="0" err="1"/>
              <a:t>areas</a:t>
            </a:r>
            <a:r>
              <a:rPr lang="tr-TR" dirty="0"/>
              <a:t> at risk of fire </a:t>
            </a:r>
            <a:r>
              <a:rPr lang="tr-TR" dirty="0" err="1"/>
              <a:t>need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be </a:t>
            </a:r>
            <a:r>
              <a:rPr lang="tr-TR" dirty="0" err="1"/>
              <a:t>constantly</a:t>
            </a:r>
            <a:r>
              <a:rPr lang="tr-TR" dirty="0"/>
              <a:t> </a:t>
            </a:r>
            <a:r>
              <a:rPr lang="tr-TR" dirty="0" err="1"/>
              <a:t>monitored</a:t>
            </a:r>
            <a:r>
              <a:rPr lang="tr-TR" dirty="0"/>
              <a:t>, </a:t>
            </a:r>
            <a:r>
              <a:rPr lang="tr-TR" dirty="0" err="1"/>
              <a:t>especially</a:t>
            </a:r>
            <a:r>
              <a:rPr lang="tr-TR" dirty="0"/>
              <a:t> </a:t>
            </a:r>
            <a:r>
              <a:rPr lang="tr-TR" dirty="0" err="1"/>
              <a:t>during</a:t>
            </a:r>
            <a:r>
              <a:rPr lang="tr-TR" dirty="0"/>
              <a:t> </a:t>
            </a:r>
            <a:r>
              <a:rPr lang="tr-TR" dirty="0" err="1"/>
              <a:t>certain</a:t>
            </a:r>
            <a:r>
              <a:rPr lang="tr-TR" dirty="0"/>
              <a:t> </a:t>
            </a:r>
            <a:r>
              <a:rPr lang="tr-TR" dirty="0" err="1"/>
              <a:t>seasons</a:t>
            </a:r>
            <a:r>
              <a:rPr lang="tr-TR" dirty="0"/>
              <a:t>. </a:t>
            </a:r>
            <a:r>
              <a:rPr lang="tr-TR" dirty="0" err="1"/>
              <a:t>Monitoring</a:t>
            </a:r>
            <a:r>
              <a:rPr lang="tr-TR" dirty="0"/>
              <a:t> </a:t>
            </a:r>
            <a:r>
              <a:rPr lang="tr-TR" dirty="0" err="1"/>
              <a:t>via</a:t>
            </a:r>
            <a:r>
              <a:rPr lang="tr-TR" dirty="0"/>
              <a:t> </a:t>
            </a:r>
            <a:r>
              <a:rPr lang="tr-TR" dirty="0" err="1"/>
              <a:t>satellites</a:t>
            </a:r>
            <a:r>
              <a:rPr lang="tr-TR" dirty="0"/>
              <a:t> </a:t>
            </a:r>
            <a:r>
              <a:rPr lang="tr-TR" dirty="0" err="1"/>
              <a:t>may</a:t>
            </a:r>
            <a:r>
              <a:rPr lang="tr-TR" dirty="0"/>
              <a:t> not be </a:t>
            </a:r>
            <a:r>
              <a:rPr lang="tr-TR" dirty="0" err="1"/>
              <a:t>enough</a:t>
            </a:r>
            <a:r>
              <a:rPr lang="tr-TR" dirty="0"/>
              <a:t>.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there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drones</a:t>
            </a:r>
            <a:r>
              <a:rPr lang="tr-TR" dirty="0"/>
              <a:t> </a:t>
            </a:r>
            <a:r>
              <a:rPr lang="tr-TR" dirty="0" err="1"/>
              <a:t>constantly</a:t>
            </a:r>
            <a:r>
              <a:rPr lang="tr-TR" dirty="0"/>
              <a:t> </a:t>
            </a:r>
            <a:r>
              <a:rPr lang="tr-TR" dirty="0" err="1"/>
              <a:t>monitoring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area</a:t>
            </a:r>
            <a:r>
              <a:rPr lang="tr-TR" dirty="0"/>
              <a:t>,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will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chance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rapid</a:t>
            </a:r>
            <a:r>
              <a:rPr lang="tr-TR" dirty="0"/>
              <a:t> </a:t>
            </a:r>
            <a:r>
              <a:rPr lang="tr-TR" dirty="0" err="1"/>
              <a:t>detection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intervention</a:t>
            </a:r>
            <a:r>
              <a:rPr lang="tr-TR" dirty="0"/>
              <a:t>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95B6F20-8939-47F2-875A-C7206D5CD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813" y="2337559"/>
            <a:ext cx="4172907" cy="278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310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F7E45C5-6129-4157-B353-8B26BC7A5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Introduction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B72E1F3-153C-4553-8AE8-594A7268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210530" cy="4023360"/>
          </a:xfrm>
        </p:spPr>
        <p:txBody>
          <a:bodyPr/>
          <a:lstStyle/>
          <a:p>
            <a:r>
              <a:rPr lang="tr-TR" b="1" dirty="0" err="1"/>
              <a:t>Aim</a:t>
            </a:r>
            <a:r>
              <a:rPr lang="tr-TR" b="1" dirty="0"/>
              <a:t> of Project:</a:t>
            </a:r>
          </a:p>
          <a:p>
            <a:endParaRPr lang="tr-TR" b="1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tr-TR" b="1" dirty="0"/>
              <a:t> </a:t>
            </a:r>
            <a:r>
              <a:rPr lang="tr-TR" dirty="0" err="1"/>
              <a:t>Developing</a:t>
            </a:r>
            <a:r>
              <a:rPr lang="tr-TR" dirty="0"/>
              <a:t> fire </a:t>
            </a:r>
            <a:r>
              <a:rPr lang="tr-TR" dirty="0" err="1"/>
              <a:t>detection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response</a:t>
            </a:r>
            <a:r>
              <a:rPr lang="tr-TR" dirty="0"/>
              <a:t> </a:t>
            </a:r>
            <a:r>
              <a:rPr lang="tr-TR" dirty="0" err="1"/>
              <a:t>strategies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multiple</a:t>
            </a:r>
            <a:r>
              <a:rPr lang="tr-TR" dirty="0"/>
              <a:t> </a:t>
            </a:r>
            <a:r>
              <a:rPr lang="tr-TR" dirty="0" err="1"/>
              <a:t>drone</a:t>
            </a:r>
            <a:r>
              <a:rPr lang="tr-TR" dirty="0"/>
              <a:t> </a:t>
            </a:r>
            <a:r>
              <a:rPr lang="tr-TR" dirty="0" err="1"/>
              <a:t>systems</a:t>
            </a:r>
            <a:r>
              <a:rPr lang="tr-TR" dirty="0"/>
              <a:t> in a </a:t>
            </a:r>
            <a:r>
              <a:rPr lang="tr-TR" dirty="0" err="1"/>
              <a:t>Python-based</a:t>
            </a:r>
            <a:r>
              <a:rPr lang="tr-TR" dirty="0"/>
              <a:t> </a:t>
            </a:r>
            <a:r>
              <a:rPr lang="tr-TR" dirty="0" err="1"/>
              <a:t>simulation</a:t>
            </a:r>
            <a:r>
              <a:rPr lang="tr-TR" dirty="0"/>
              <a:t> </a:t>
            </a:r>
            <a:r>
              <a:rPr lang="tr-TR" dirty="0" err="1"/>
              <a:t>environment</a:t>
            </a:r>
            <a:r>
              <a:rPr lang="tr-TR" b="1" dirty="0"/>
              <a:t>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tr-TR" b="1" dirty="0"/>
              <a:t> </a:t>
            </a:r>
            <a:r>
              <a:rPr lang="tr-TR" dirty="0" err="1"/>
              <a:t>Testing</a:t>
            </a:r>
            <a:r>
              <a:rPr lang="tr-TR" dirty="0"/>
              <a:t> how </a:t>
            </a:r>
            <a:r>
              <a:rPr lang="tr-TR" dirty="0" err="1"/>
              <a:t>multi-drone</a:t>
            </a:r>
            <a:r>
              <a:rPr lang="tr-TR" dirty="0"/>
              <a:t> </a:t>
            </a:r>
            <a:r>
              <a:rPr lang="tr-TR" dirty="0" err="1"/>
              <a:t>systems</a:t>
            </a:r>
            <a:r>
              <a:rPr lang="tr-TR" dirty="0"/>
              <a:t> can </a:t>
            </a:r>
            <a:r>
              <a:rPr lang="tr-TR" dirty="0" err="1"/>
              <a:t>contribute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solving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forest</a:t>
            </a:r>
            <a:r>
              <a:rPr lang="tr-TR" dirty="0"/>
              <a:t> fire problem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tr-TR" b="1" dirty="0"/>
              <a:t> </a:t>
            </a:r>
            <a:r>
              <a:rPr lang="tr-TR" dirty="0" err="1"/>
              <a:t>Activating</a:t>
            </a:r>
            <a:r>
              <a:rPr lang="tr-TR" dirty="0"/>
              <a:t> </a:t>
            </a:r>
            <a:r>
              <a:rPr lang="tr-TR" dirty="0" err="1"/>
              <a:t>communication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drones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ensuring</a:t>
            </a:r>
            <a:r>
              <a:rPr lang="tr-TR" dirty="0"/>
              <a:t> </a:t>
            </a:r>
            <a:r>
              <a:rPr lang="tr-TR" dirty="0" err="1"/>
              <a:t>they</a:t>
            </a:r>
            <a:r>
              <a:rPr lang="tr-TR" dirty="0"/>
              <a:t> </a:t>
            </a:r>
            <a:r>
              <a:rPr lang="tr-TR" dirty="0" err="1"/>
              <a:t>respond</a:t>
            </a:r>
            <a:r>
              <a:rPr lang="tr-TR" dirty="0"/>
              <a:t> </a:t>
            </a:r>
            <a:r>
              <a:rPr lang="tr-TR" dirty="0" err="1"/>
              <a:t>quickly</a:t>
            </a:r>
            <a:r>
              <a:rPr lang="tr-TR" dirty="0"/>
              <a:t> </a:t>
            </a:r>
            <a:r>
              <a:rPr lang="tr-TR" dirty="0" err="1"/>
              <a:t>together</a:t>
            </a:r>
            <a:endParaRPr lang="tr-TR" b="1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CA792C3-9164-42E9-886E-C11331CD6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626" y="2484221"/>
            <a:ext cx="4078094" cy="221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93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6472EF-6AC0-48E2-896B-C91DF20A4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Multi </a:t>
            </a:r>
            <a:r>
              <a:rPr lang="tr-TR" dirty="0" err="1"/>
              <a:t>Drone</a:t>
            </a:r>
            <a:r>
              <a:rPr lang="tr-TR" dirty="0"/>
              <a:t> </a:t>
            </a:r>
            <a:r>
              <a:rPr lang="tr-TR" dirty="0" err="1"/>
              <a:t>Systems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608D231-6458-4C99-9B91-4F601E5B8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 err="1"/>
              <a:t>Properties</a:t>
            </a:r>
            <a:r>
              <a:rPr lang="tr-TR" b="1" dirty="0"/>
              <a:t> of </a:t>
            </a:r>
            <a:r>
              <a:rPr lang="tr-TR" b="1" dirty="0" err="1"/>
              <a:t>Drones</a:t>
            </a:r>
            <a:r>
              <a:rPr lang="tr-TR" b="1" dirty="0"/>
              <a:t>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Simulation</a:t>
            </a:r>
            <a:r>
              <a:rPr lang="tr-TR" b="1" dirty="0"/>
              <a:t> Environment: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</a:t>
            </a:r>
            <a:r>
              <a:rPr lang="tr-TR" dirty="0" err="1"/>
              <a:t>Drones</a:t>
            </a:r>
            <a:r>
              <a:rPr lang="tr-TR" dirty="0"/>
              <a:t> can </a:t>
            </a:r>
            <a:r>
              <a:rPr lang="tr-TR" dirty="0" err="1"/>
              <a:t>communicate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other</a:t>
            </a:r>
            <a:endParaRPr lang="tr-TR" dirty="0"/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</a:t>
            </a:r>
            <a:r>
              <a:rPr lang="tr-TR" dirty="0" err="1"/>
              <a:t>They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 </a:t>
            </a:r>
            <a:r>
              <a:rPr lang="tr-TR" dirty="0" err="1"/>
              <a:t>limited</a:t>
            </a:r>
            <a:r>
              <a:rPr lang="tr-TR" dirty="0"/>
              <a:t> </a:t>
            </a:r>
            <a:r>
              <a:rPr lang="tr-TR" dirty="0" err="1"/>
              <a:t>battery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fire </a:t>
            </a:r>
            <a:r>
              <a:rPr lang="tr-TR" dirty="0" err="1"/>
              <a:t>extinguisher</a:t>
            </a:r>
            <a:endParaRPr lang="tr-TR" dirty="0"/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</a:t>
            </a:r>
            <a:r>
              <a:rPr lang="tr-TR" dirty="0" err="1"/>
              <a:t>They</a:t>
            </a:r>
            <a:r>
              <a:rPr lang="tr-TR" dirty="0"/>
              <a:t> </a:t>
            </a:r>
            <a:r>
              <a:rPr lang="tr-TR" dirty="0" err="1"/>
              <a:t>need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return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base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 it is </a:t>
            </a:r>
            <a:r>
              <a:rPr lang="tr-TR" dirty="0" err="1"/>
              <a:t>low</a:t>
            </a:r>
            <a:r>
              <a:rPr lang="tr-TR" dirty="0"/>
              <a:t> on </a:t>
            </a:r>
            <a:r>
              <a:rPr lang="tr-TR" dirty="0" err="1"/>
              <a:t>battery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fire </a:t>
            </a:r>
            <a:r>
              <a:rPr lang="tr-TR" dirty="0" err="1"/>
              <a:t>extinguishers</a:t>
            </a:r>
            <a:r>
              <a:rPr lang="tr-TR" dirty="0"/>
              <a:t> </a:t>
            </a:r>
            <a:r>
              <a:rPr lang="tr-TR" dirty="0" err="1"/>
              <a:t>they</a:t>
            </a:r>
            <a:r>
              <a:rPr lang="tr-TR" dirty="0"/>
              <a:t> </a:t>
            </a:r>
            <a:r>
              <a:rPr lang="tr-TR" dirty="0" err="1"/>
              <a:t>carry</a:t>
            </a:r>
            <a:r>
              <a:rPr lang="tr-TR" dirty="0"/>
              <a:t> </a:t>
            </a:r>
            <a:r>
              <a:rPr lang="tr-TR" dirty="0" err="1"/>
              <a:t>run</a:t>
            </a:r>
            <a:r>
              <a:rPr lang="tr-TR" dirty="0"/>
              <a:t> </a:t>
            </a:r>
            <a:r>
              <a:rPr lang="tr-TR" dirty="0" err="1"/>
              <a:t>out</a:t>
            </a:r>
            <a:endParaRPr lang="tr-TR" dirty="0"/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</a:t>
            </a:r>
            <a:r>
              <a:rPr lang="tr-TR" dirty="0" err="1"/>
              <a:t>Simulation</a:t>
            </a:r>
            <a:r>
              <a:rPr lang="tr-TR" dirty="0"/>
              <a:t> </a:t>
            </a:r>
            <a:r>
              <a:rPr lang="tr-TR" dirty="0" err="1"/>
              <a:t>environment</a:t>
            </a:r>
            <a:r>
              <a:rPr lang="tr-TR" dirty="0"/>
              <a:t> is a 10x10 </a:t>
            </a:r>
            <a:r>
              <a:rPr lang="tr-TR" dirty="0" err="1"/>
              <a:t>discrete</a:t>
            </a:r>
            <a:r>
              <a:rPr lang="tr-TR" dirty="0"/>
              <a:t> World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</a:t>
            </a:r>
            <a:r>
              <a:rPr lang="tr-TR" dirty="0" err="1"/>
              <a:t>Drones</a:t>
            </a:r>
            <a:r>
              <a:rPr lang="tr-TR" dirty="0"/>
              <a:t> </a:t>
            </a:r>
            <a:r>
              <a:rPr lang="tr-TR" dirty="0" err="1"/>
              <a:t>move</a:t>
            </a:r>
            <a:r>
              <a:rPr lang="tr-TR" dirty="0"/>
              <a:t> in </a:t>
            </a:r>
            <a:r>
              <a:rPr lang="tr-TR" dirty="0" err="1"/>
              <a:t>eight</a:t>
            </a:r>
            <a:r>
              <a:rPr lang="tr-TR" dirty="0"/>
              <a:t> </a:t>
            </a:r>
            <a:r>
              <a:rPr lang="tr-TR" dirty="0" err="1"/>
              <a:t>directions</a:t>
            </a:r>
            <a:r>
              <a:rPr lang="tr-TR" dirty="0"/>
              <a:t>, </a:t>
            </a:r>
            <a:r>
              <a:rPr lang="tr-TR" dirty="0" err="1"/>
              <a:t>one</a:t>
            </a:r>
            <a:r>
              <a:rPr lang="tr-TR" dirty="0"/>
              <a:t> </a:t>
            </a:r>
            <a:r>
              <a:rPr lang="tr-TR" dirty="0" err="1"/>
              <a:t>grid</a:t>
            </a:r>
            <a:r>
              <a:rPr lang="tr-TR" dirty="0"/>
              <a:t> at </a:t>
            </a:r>
            <a:r>
              <a:rPr lang="tr-TR" dirty="0" err="1"/>
              <a:t>one</a:t>
            </a:r>
            <a:r>
              <a:rPr lang="tr-TR" dirty="0"/>
              <a:t> time step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</a:t>
            </a:r>
            <a:r>
              <a:rPr lang="tr-TR" dirty="0" err="1"/>
              <a:t>Drones</a:t>
            </a:r>
            <a:r>
              <a:rPr lang="tr-TR" dirty="0"/>
              <a:t> can sense fire in 2 </a:t>
            </a:r>
            <a:r>
              <a:rPr lang="tr-TR" dirty="0" err="1"/>
              <a:t>grid</a:t>
            </a:r>
            <a:r>
              <a:rPr lang="tr-TR" dirty="0"/>
              <a:t> </a:t>
            </a:r>
            <a:r>
              <a:rPr lang="tr-TR" dirty="0" err="1"/>
              <a:t>space</a:t>
            </a:r>
            <a:r>
              <a:rPr lang="tr-TR" dirty="0"/>
              <a:t> </a:t>
            </a:r>
            <a:r>
              <a:rPr lang="tr-TR" dirty="0" err="1"/>
              <a:t>radius</a:t>
            </a:r>
            <a:r>
              <a:rPr lang="tr-TR" dirty="0"/>
              <a:t> </a:t>
            </a:r>
            <a:r>
              <a:rPr lang="tr-TR" dirty="0" err="1"/>
              <a:t>area</a:t>
            </a:r>
            <a:endParaRPr lang="tr-TR" dirty="0"/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</a:t>
            </a:r>
            <a:r>
              <a:rPr lang="tr-TR" dirty="0" err="1"/>
              <a:t>Simulation</a:t>
            </a:r>
            <a:r>
              <a:rPr lang="tr-TR" dirty="0"/>
              <a:t> </a:t>
            </a:r>
            <a:r>
              <a:rPr lang="tr-TR" dirty="0" err="1"/>
              <a:t>environment</a:t>
            </a:r>
            <a:r>
              <a:rPr lang="tr-TR" dirty="0"/>
              <a:t> has </a:t>
            </a:r>
            <a:r>
              <a:rPr lang="tr-TR" dirty="0" err="1"/>
              <a:t>been</a:t>
            </a:r>
            <a:r>
              <a:rPr lang="tr-TR" dirty="0"/>
              <a:t> </a:t>
            </a:r>
            <a:r>
              <a:rPr lang="tr-TR" dirty="0" err="1"/>
              <a:t>built</a:t>
            </a:r>
            <a:r>
              <a:rPr lang="tr-TR" dirty="0"/>
              <a:t> in </a:t>
            </a:r>
            <a:r>
              <a:rPr lang="tr-TR" dirty="0" err="1"/>
              <a:t>Python</a:t>
            </a:r>
            <a:endParaRPr lang="tr-TR" dirty="0"/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Fire can be spread, </a:t>
            </a:r>
            <a:r>
              <a:rPr lang="tr-TR" dirty="0" err="1"/>
              <a:t>and</a:t>
            </a:r>
            <a:r>
              <a:rPr lang="tr-TR" dirty="0"/>
              <a:t> fire </a:t>
            </a:r>
            <a:r>
              <a:rPr lang="tr-TR" dirty="0" err="1"/>
              <a:t>will</a:t>
            </a:r>
            <a:r>
              <a:rPr lang="tr-TR" dirty="0"/>
              <a:t> </a:t>
            </a:r>
            <a:r>
              <a:rPr lang="tr-TR" dirty="0" err="1"/>
              <a:t>extinguish</a:t>
            </a:r>
            <a:r>
              <a:rPr lang="tr-TR" dirty="0"/>
              <a:t> at a </a:t>
            </a:r>
            <a:r>
              <a:rPr lang="tr-TR" dirty="0" err="1"/>
              <a:t>point</a:t>
            </a:r>
            <a:r>
              <a:rPr lang="tr-TR" dirty="0"/>
              <a:t> </a:t>
            </a:r>
            <a:r>
              <a:rPr lang="tr-TR" dirty="0" err="1"/>
              <a:t>after</a:t>
            </a:r>
            <a:r>
              <a:rPr lang="tr-TR" dirty="0"/>
              <a:t> a </a:t>
            </a:r>
            <a:r>
              <a:rPr lang="tr-TR" dirty="0" err="1"/>
              <a:t>while</a:t>
            </a:r>
            <a:endParaRPr lang="tr-TR" dirty="0"/>
          </a:p>
          <a:p>
            <a:pPr>
              <a:buFont typeface="Wingdings" panose="05000000000000000000" pitchFamily="2" charset="2"/>
              <a:buChar char="q"/>
            </a:pPr>
            <a:r>
              <a:rPr lang="tr-TR" dirty="0" err="1"/>
              <a:t>There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randomly</a:t>
            </a:r>
            <a:r>
              <a:rPr lang="tr-TR" dirty="0"/>
              <a:t> </a:t>
            </a:r>
            <a:r>
              <a:rPr lang="tr-TR" dirty="0" err="1"/>
              <a:t>placed</a:t>
            </a:r>
            <a:r>
              <a:rPr lang="tr-TR" dirty="0"/>
              <a:t> 4 </a:t>
            </a:r>
            <a:r>
              <a:rPr lang="tr-TR" dirty="0" err="1"/>
              <a:t>drones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5 </a:t>
            </a:r>
            <a:r>
              <a:rPr lang="tr-TR" dirty="0" err="1"/>
              <a:t>hotspots</a:t>
            </a:r>
            <a:r>
              <a:rPr lang="tr-TR" dirty="0"/>
              <a:t> at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initial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62303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DD5C85-CD07-45BD-90B4-010DF942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MLAT-R </a:t>
            </a:r>
            <a:r>
              <a:rPr lang="tr-TR" dirty="0" err="1"/>
              <a:t>Algorithm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808E4EB-046D-49C3-AD55-398069B4E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860" y="1845734"/>
            <a:ext cx="5312819" cy="4152110"/>
          </a:xfrm>
        </p:spPr>
        <p:txBody>
          <a:bodyPr/>
          <a:lstStyle/>
          <a:p>
            <a:r>
              <a:rPr lang="tr-TR" b="1" dirty="0"/>
              <a:t>Multi Level Action </a:t>
            </a:r>
            <a:r>
              <a:rPr lang="tr-TR" b="1" dirty="0" err="1"/>
              <a:t>Tree</a:t>
            </a:r>
            <a:r>
              <a:rPr lang="tr-TR" b="1" dirty="0"/>
              <a:t> </a:t>
            </a:r>
            <a:r>
              <a:rPr lang="tr-TR" b="1" dirty="0" err="1"/>
              <a:t>Rollout</a:t>
            </a:r>
            <a:r>
              <a:rPr lang="tr-TR" b="1" dirty="0"/>
              <a:t> (MLAT-R) </a:t>
            </a:r>
            <a:r>
              <a:rPr lang="tr-TR" b="1" dirty="0" err="1"/>
              <a:t>Algorithm</a:t>
            </a:r>
            <a:r>
              <a:rPr lang="tr-TR" b="1" dirty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tr-TR" b="1" dirty="0"/>
              <a:t>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algorithm</a:t>
            </a:r>
            <a:r>
              <a:rPr lang="tr-TR" dirty="0"/>
              <a:t> </a:t>
            </a:r>
            <a:r>
              <a:rPr lang="tr-TR" dirty="0" err="1"/>
              <a:t>chooses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best</a:t>
            </a:r>
            <a:r>
              <a:rPr lang="tr-TR" dirty="0"/>
              <a:t> </a:t>
            </a:r>
            <a:r>
              <a:rPr lang="tr-TR" dirty="0" err="1"/>
              <a:t>action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drone</a:t>
            </a:r>
            <a:r>
              <a:rPr lang="tr-TR" dirty="0"/>
              <a:t> </a:t>
            </a:r>
            <a:r>
              <a:rPr lang="tr-TR" dirty="0" err="1"/>
              <a:t>based</a:t>
            </a:r>
            <a:r>
              <a:rPr lang="tr-TR" dirty="0"/>
              <a:t> on </a:t>
            </a:r>
            <a:r>
              <a:rPr lang="tr-TR" dirty="0" err="1"/>
              <a:t>their</a:t>
            </a:r>
            <a:r>
              <a:rPr lang="tr-TR" dirty="0"/>
              <a:t> </a:t>
            </a:r>
            <a:r>
              <a:rPr lang="tr-TR" dirty="0" err="1"/>
              <a:t>action</a:t>
            </a:r>
            <a:r>
              <a:rPr lang="tr-TR" dirty="0"/>
              <a:t> </a:t>
            </a:r>
            <a:r>
              <a:rPr lang="tr-TR" dirty="0" err="1"/>
              <a:t>tree</a:t>
            </a:r>
            <a:endParaRPr lang="tr-TR" dirty="0"/>
          </a:p>
          <a:p>
            <a:pPr>
              <a:buFont typeface="Wingdings" panose="05000000000000000000" pitchFamily="2" charset="2"/>
              <a:buChar char="q"/>
            </a:pPr>
            <a:r>
              <a:rPr lang="tr-TR" b="1" dirty="0"/>
              <a:t> </a:t>
            </a:r>
            <a:r>
              <a:rPr lang="tr-TR" dirty="0"/>
              <a:t>Action </a:t>
            </a:r>
            <a:r>
              <a:rPr lang="tr-TR" dirty="0" err="1"/>
              <a:t>tree</a:t>
            </a:r>
            <a:r>
              <a:rPr lang="tr-TR" dirty="0"/>
              <a:t> </a:t>
            </a:r>
            <a:r>
              <a:rPr lang="tr-TR" dirty="0" err="1"/>
              <a:t>demonstrates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sequences</a:t>
            </a:r>
            <a:r>
              <a:rPr lang="tr-TR" dirty="0"/>
              <a:t> of </a:t>
            </a:r>
            <a:r>
              <a:rPr lang="tr-TR" dirty="0" err="1"/>
              <a:t>actions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an </a:t>
            </a:r>
            <a:r>
              <a:rPr lang="tr-TR" dirty="0" err="1"/>
              <a:t>inital</a:t>
            </a:r>
            <a:r>
              <a:rPr lang="tr-TR" dirty="0"/>
              <a:t> </a:t>
            </a:r>
            <a:r>
              <a:rPr lang="tr-TR" dirty="0" err="1"/>
              <a:t>state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agent</a:t>
            </a:r>
            <a:endParaRPr lang="tr-TR" dirty="0"/>
          </a:p>
          <a:p>
            <a:pPr>
              <a:buFont typeface="Wingdings" panose="05000000000000000000" pitchFamily="2" charset="2"/>
              <a:buChar char="q"/>
            </a:pPr>
            <a:r>
              <a:rPr lang="tr-TR" b="1" dirty="0"/>
              <a:t> </a:t>
            </a:r>
            <a:r>
              <a:rPr lang="tr-TR" dirty="0"/>
              <a:t>Agent </a:t>
            </a:r>
            <a:r>
              <a:rPr lang="tr-TR" dirty="0" err="1"/>
              <a:t>decides</a:t>
            </a:r>
            <a:r>
              <a:rPr lang="tr-TR" dirty="0"/>
              <a:t> </a:t>
            </a:r>
            <a:r>
              <a:rPr lang="tr-TR" dirty="0" err="1"/>
              <a:t>its</a:t>
            </a:r>
            <a:r>
              <a:rPr lang="tr-TR" dirty="0"/>
              <a:t> </a:t>
            </a:r>
            <a:r>
              <a:rPr lang="tr-TR" dirty="0" err="1"/>
              <a:t>path</a:t>
            </a:r>
            <a:r>
              <a:rPr lang="tr-TR" dirty="0"/>
              <a:t> in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tree</a:t>
            </a:r>
            <a:r>
              <a:rPr lang="tr-TR" dirty="0"/>
              <a:t> </a:t>
            </a:r>
            <a:r>
              <a:rPr lang="tr-TR" dirty="0" err="1"/>
              <a:t>based</a:t>
            </a:r>
            <a:r>
              <a:rPr lang="tr-TR" dirty="0"/>
              <a:t> on </a:t>
            </a:r>
            <a:r>
              <a:rPr lang="tr-TR" dirty="0" err="1"/>
              <a:t>either</a:t>
            </a:r>
            <a:r>
              <a:rPr lang="tr-TR" dirty="0"/>
              <a:t> a </a:t>
            </a:r>
            <a:r>
              <a:rPr lang="tr-TR" dirty="0" err="1"/>
              <a:t>cost</a:t>
            </a:r>
            <a:r>
              <a:rPr lang="tr-TR" dirty="0"/>
              <a:t> </a:t>
            </a:r>
            <a:r>
              <a:rPr lang="tr-TR" dirty="0" err="1"/>
              <a:t>function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a set of </a:t>
            </a:r>
            <a:r>
              <a:rPr lang="tr-TR" dirty="0" err="1"/>
              <a:t>conditions</a:t>
            </a:r>
            <a:endParaRPr lang="tr-TR" b="1" dirty="0"/>
          </a:p>
          <a:p>
            <a:endParaRPr lang="tr-TR" b="1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A70296BF-0A75-4524-81A0-632E20C33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527658"/>
            <a:ext cx="4337213" cy="228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1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B7DEFD-65EF-4E01-942D-DE9DDF5CD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MLAT-R </a:t>
            </a:r>
            <a:r>
              <a:rPr lang="tr-TR" dirty="0" err="1"/>
              <a:t>Algorithm</a:t>
            </a: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BDACC64-DC0D-471A-8E42-DFCD44340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1" y="1896218"/>
            <a:ext cx="4904182" cy="4244382"/>
          </a:xfrm>
          <a:prstGeom prst="rect">
            <a:avLst/>
          </a:prstGeom>
        </p:spPr>
      </p:pic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5B349E99-934E-4E52-A017-346961C78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45734"/>
            <a:ext cx="5059679" cy="4152110"/>
          </a:xfrm>
        </p:spPr>
        <p:txBody>
          <a:bodyPr/>
          <a:lstStyle/>
          <a:p>
            <a:pPr marL="0" indent="0">
              <a:buNone/>
            </a:pPr>
            <a:r>
              <a:rPr lang="tr-TR" b="1" dirty="0" err="1"/>
              <a:t>There</a:t>
            </a:r>
            <a:r>
              <a:rPr lang="tr-TR" b="1" dirty="0"/>
              <a:t> </a:t>
            </a:r>
            <a:r>
              <a:rPr lang="tr-TR" b="1" dirty="0" err="1"/>
              <a:t>are</a:t>
            </a:r>
            <a:r>
              <a:rPr lang="tr-TR" b="1" dirty="0"/>
              <a:t> 5 </a:t>
            </a:r>
            <a:r>
              <a:rPr lang="tr-TR" b="1" dirty="0" err="1"/>
              <a:t>possible</a:t>
            </a:r>
            <a:r>
              <a:rPr lang="tr-TR" b="1" dirty="0"/>
              <a:t> </a:t>
            </a:r>
            <a:r>
              <a:rPr lang="tr-TR" b="1" dirty="0" err="1"/>
              <a:t>way</a:t>
            </a:r>
            <a:r>
              <a:rPr lang="tr-TR" b="1" dirty="0"/>
              <a:t> </a:t>
            </a:r>
            <a:r>
              <a:rPr lang="tr-TR" b="1" dirty="0" err="1"/>
              <a:t>to</a:t>
            </a:r>
            <a:r>
              <a:rPr lang="tr-TR" b="1" dirty="0"/>
              <a:t> </a:t>
            </a:r>
            <a:r>
              <a:rPr lang="tr-TR" b="1" dirty="0" err="1"/>
              <a:t>choose</a:t>
            </a:r>
            <a:r>
              <a:rPr lang="tr-TR" b="1" dirty="0"/>
              <a:t> </a:t>
            </a:r>
            <a:r>
              <a:rPr lang="tr-TR" b="1" dirty="0" err="1"/>
              <a:t>next</a:t>
            </a:r>
            <a:r>
              <a:rPr lang="tr-TR" b="1" dirty="0"/>
              <a:t> </a:t>
            </a:r>
            <a:r>
              <a:rPr lang="tr-TR" b="1" dirty="0" err="1"/>
              <a:t>action</a:t>
            </a:r>
            <a:r>
              <a:rPr lang="tr-TR" b="1" dirty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tr-TR" b="1" dirty="0"/>
              <a:t> </a:t>
            </a:r>
            <a:r>
              <a:rPr lang="tr-TR" dirty="0" err="1"/>
              <a:t>Returning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base</a:t>
            </a:r>
            <a:endParaRPr lang="tr-TR" dirty="0"/>
          </a:p>
          <a:p>
            <a:pPr>
              <a:buFont typeface="Wingdings" panose="05000000000000000000" pitchFamily="2" charset="2"/>
              <a:buChar char="q"/>
            </a:pPr>
            <a:r>
              <a:rPr lang="tr-TR" b="1" dirty="0"/>
              <a:t> </a:t>
            </a:r>
            <a:r>
              <a:rPr lang="tr-TR" dirty="0" err="1"/>
              <a:t>Move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fire </a:t>
            </a:r>
            <a:r>
              <a:rPr lang="tr-TR" dirty="0" err="1"/>
              <a:t>location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detected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swarm</a:t>
            </a:r>
            <a:endParaRPr lang="tr-TR" dirty="0"/>
          </a:p>
          <a:p>
            <a:pPr>
              <a:buFont typeface="Wingdings" panose="05000000000000000000" pitchFamily="2" charset="2"/>
              <a:buChar char="q"/>
            </a:pPr>
            <a:r>
              <a:rPr lang="tr-TR" b="1" dirty="0"/>
              <a:t> </a:t>
            </a:r>
            <a:r>
              <a:rPr lang="tr-TR" dirty="0"/>
              <a:t>Sense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environment</a:t>
            </a:r>
            <a:r>
              <a:rPr lang="tr-TR" dirty="0"/>
              <a:t> (</a:t>
            </a:r>
            <a:r>
              <a:rPr lang="tr-TR" dirty="0" err="1"/>
              <a:t>passive</a:t>
            </a:r>
            <a:r>
              <a:rPr lang="tr-TR" dirty="0"/>
              <a:t> </a:t>
            </a:r>
            <a:r>
              <a:rPr lang="tr-TR" dirty="0" err="1"/>
              <a:t>action</a:t>
            </a:r>
            <a:r>
              <a:rPr lang="tr-TR" dirty="0"/>
              <a:t>)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move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fire </a:t>
            </a:r>
            <a:r>
              <a:rPr lang="tr-TR" dirty="0" err="1"/>
              <a:t>location</a:t>
            </a:r>
            <a:endParaRPr lang="tr-TR" dirty="0"/>
          </a:p>
          <a:p>
            <a:pPr>
              <a:buFont typeface="Wingdings" panose="05000000000000000000" pitchFamily="2" charset="2"/>
              <a:buChar char="q"/>
            </a:pPr>
            <a:r>
              <a:rPr lang="tr-TR" b="1" dirty="0"/>
              <a:t> </a:t>
            </a:r>
            <a:r>
              <a:rPr lang="tr-TR" dirty="0" err="1"/>
              <a:t>Explore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unvisited</a:t>
            </a:r>
            <a:r>
              <a:rPr lang="tr-TR" dirty="0"/>
              <a:t> </a:t>
            </a:r>
            <a:r>
              <a:rPr lang="tr-TR" dirty="0" err="1"/>
              <a:t>areas</a:t>
            </a:r>
            <a:endParaRPr lang="tr-TR" dirty="0"/>
          </a:p>
          <a:p>
            <a:pPr>
              <a:buFont typeface="Wingdings" panose="05000000000000000000" pitchFamily="2" charset="2"/>
              <a:buChar char="q"/>
            </a:pPr>
            <a:r>
              <a:rPr lang="tr-TR" b="1" dirty="0"/>
              <a:t> </a:t>
            </a:r>
            <a:r>
              <a:rPr lang="tr-TR" dirty="0" err="1"/>
              <a:t>Choose</a:t>
            </a:r>
            <a:r>
              <a:rPr lang="tr-TR" dirty="0"/>
              <a:t> a </a:t>
            </a:r>
            <a:r>
              <a:rPr lang="tr-TR" dirty="0" err="1"/>
              <a:t>random</a:t>
            </a:r>
            <a:r>
              <a:rPr lang="tr-TR" dirty="0"/>
              <a:t> </a:t>
            </a:r>
            <a:r>
              <a:rPr lang="tr-TR" dirty="0" err="1"/>
              <a:t>action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environment</a:t>
            </a:r>
            <a:r>
              <a:rPr lang="tr-TR" dirty="0"/>
              <a:t> is </a:t>
            </a:r>
            <a:r>
              <a:rPr lang="tr-TR" dirty="0" err="1"/>
              <a:t>completely</a:t>
            </a:r>
            <a:r>
              <a:rPr lang="tr-TR" dirty="0"/>
              <a:t> </a:t>
            </a:r>
            <a:r>
              <a:rPr lang="tr-TR" dirty="0" err="1"/>
              <a:t>explored</a:t>
            </a: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1856636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024C05-4DD3-463B-A616-C1796C407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Study</a:t>
            </a:r>
            <a:r>
              <a:rPr lang="tr-TR" dirty="0"/>
              <a:t> </a:t>
            </a:r>
            <a:r>
              <a:rPr lang="tr-TR" dirty="0" err="1"/>
              <a:t>Process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Challenges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631DAD8-03F3-49EF-860E-5BAE810DE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 err="1"/>
              <a:t>Challenges</a:t>
            </a:r>
            <a:r>
              <a:rPr lang="tr-TR" b="1" dirty="0"/>
              <a:t>:</a:t>
            </a:r>
            <a:r>
              <a:rPr lang="tr-TR" dirty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</a:t>
            </a:r>
            <a:r>
              <a:rPr lang="tr-TR" dirty="0" err="1"/>
              <a:t>Implementing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simulation</a:t>
            </a:r>
            <a:r>
              <a:rPr lang="tr-TR" dirty="0"/>
              <a:t> on </a:t>
            </a:r>
            <a:r>
              <a:rPr lang="tr-TR" dirty="0" err="1"/>
              <a:t>the</a:t>
            </a:r>
            <a:r>
              <a:rPr lang="tr-TR" dirty="0"/>
              <a:t> ROS platform is </a:t>
            </a:r>
            <a:r>
              <a:rPr lang="tr-TR" dirty="0" err="1"/>
              <a:t>very</a:t>
            </a:r>
            <a:r>
              <a:rPr lang="tr-TR" dirty="0"/>
              <a:t> </a:t>
            </a:r>
            <a:r>
              <a:rPr lang="tr-TR" dirty="0" err="1"/>
              <a:t>costly</a:t>
            </a:r>
            <a:r>
              <a:rPr lang="tr-TR" dirty="0"/>
              <a:t> in </a:t>
            </a:r>
            <a:r>
              <a:rPr lang="tr-TR" dirty="0" err="1"/>
              <a:t>terms</a:t>
            </a:r>
            <a:r>
              <a:rPr lang="tr-TR" dirty="0"/>
              <a:t> of time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</a:t>
            </a:r>
            <a:r>
              <a:rPr lang="tr-TR" dirty="0" err="1"/>
              <a:t>Being</a:t>
            </a:r>
            <a:r>
              <a:rPr lang="tr-TR" dirty="0"/>
              <a:t> a </a:t>
            </a:r>
            <a:r>
              <a:rPr lang="tr-TR" dirty="0" err="1"/>
              <a:t>beginner</a:t>
            </a:r>
            <a:r>
              <a:rPr lang="tr-TR" dirty="0"/>
              <a:t> at </a:t>
            </a:r>
            <a:r>
              <a:rPr lang="tr-TR" dirty="0" err="1"/>
              <a:t>Ubuntu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ROS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</a:t>
            </a:r>
            <a:r>
              <a:rPr lang="tr-TR" dirty="0" err="1"/>
              <a:t>Applying</a:t>
            </a:r>
            <a:r>
              <a:rPr lang="tr-TR" dirty="0"/>
              <a:t> MLAT-R in a </a:t>
            </a:r>
            <a:r>
              <a:rPr lang="tr-TR" dirty="0" err="1"/>
              <a:t>desired</a:t>
            </a:r>
            <a:r>
              <a:rPr lang="tr-TR" dirty="0"/>
              <a:t> </a:t>
            </a:r>
            <a:r>
              <a:rPr lang="tr-TR" dirty="0" err="1"/>
              <a:t>manner</a:t>
            </a:r>
            <a:endParaRPr lang="tr-TR" dirty="0"/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</a:t>
            </a:r>
            <a:r>
              <a:rPr lang="tr-TR" dirty="0" err="1"/>
              <a:t>Establishing</a:t>
            </a:r>
            <a:r>
              <a:rPr lang="tr-TR" dirty="0"/>
              <a:t> a </a:t>
            </a:r>
            <a:r>
              <a:rPr lang="tr-TR" dirty="0" err="1"/>
              <a:t>simulation</a:t>
            </a:r>
            <a:r>
              <a:rPr lang="tr-TR" dirty="0"/>
              <a:t> </a:t>
            </a:r>
            <a:r>
              <a:rPr lang="tr-TR" dirty="0" err="1"/>
              <a:t>environment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multi</a:t>
            </a:r>
            <a:r>
              <a:rPr lang="tr-TR" dirty="0"/>
              <a:t> </a:t>
            </a:r>
            <a:r>
              <a:rPr lang="tr-TR" dirty="0" err="1"/>
              <a:t>drone</a:t>
            </a:r>
            <a:r>
              <a:rPr lang="tr-TR" dirty="0"/>
              <a:t> </a:t>
            </a:r>
            <a:r>
              <a:rPr lang="tr-TR" dirty="0" err="1"/>
              <a:t>systems</a:t>
            </a:r>
            <a:endParaRPr lang="tr-TR" dirty="0"/>
          </a:p>
          <a:p>
            <a:pPr marL="0" indent="0">
              <a:buNone/>
            </a:pPr>
            <a:r>
              <a:rPr lang="tr-TR" b="1" dirty="0"/>
              <a:t>Solutions: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</a:t>
            </a:r>
            <a:r>
              <a:rPr lang="tr-TR" dirty="0" err="1"/>
              <a:t>Being</a:t>
            </a:r>
            <a:r>
              <a:rPr lang="tr-TR" dirty="0"/>
              <a:t> </a:t>
            </a:r>
            <a:r>
              <a:rPr lang="tr-TR" dirty="0" err="1"/>
              <a:t>able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debug</a:t>
            </a:r>
            <a:r>
              <a:rPr lang="tr-TR" dirty="0"/>
              <a:t> </a:t>
            </a:r>
            <a:r>
              <a:rPr lang="tr-TR" dirty="0" err="1"/>
              <a:t>various</a:t>
            </a:r>
            <a:r>
              <a:rPr lang="tr-TR" dirty="0"/>
              <a:t> </a:t>
            </a:r>
            <a:r>
              <a:rPr lang="tr-TR" dirty="0" err="1"/>
              <a:t>functions</a:t>
            </a:r>
            <a:r>
              <a:rPr lang="tr-TR" dirty="0"/>
              <a:t> </a:t>
            </a:r>
            <a:r>
              <a:rPr lang="tr-TR" dirty="0" err="1"/>
              <a:t>together</a:t>
            </a:r>
            <a:r>
              <a:rPr lang="tr-TR" dirty="0"/>
              <a:t> in </a:t>
            </a:r>
            <a:r>
              <a:rPr lang="tr-TR" dirty="0" err="1"/>
              <a:t>harmony</a:t>
            </a:r>
            <a:r>
              <a:rPr lang="tr-TR" dirty="0"/>
              <a:t> in </a:t>
            </a:r>
            <a:r>
              <a:rPr lang="tr-TR" dirty="0" err="1"/>
              <a:t>Python</a:t>
            </a:r>
            <a:endParaRPr lang="tr-TR" dirty="0"/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Basic </a:t>
            </a:r>
            <a:r>
              <a:rPr lang="tr-TR" dirty="0" err="1"/>
              <a:t>visualization</a:t>
            </a:r>
            <a:r>
              <a:rPr lang="tr-TR" dirty="0"/>
              <a:t> </a:t>
            </a:r>
            <a:r>
              <a:rPr lang="tr-TR" dirty="0" err="1"/>
              <a:t>tools</a:t>
            </a:r>
            <a:r>
              <a:rPr lang="tr-TR" dirty="0"/>
              <a:t> </a:t>
            </a:r>
            <a:r>
              <a:rPr lang="tr-TR" dirty="0" err="1"/>
              <a:t>like</a:t>
            </a:r>
            <a:r>
              <a:rPr lang="tr-TR" dirty="0"/>
              <a:t> </a:t>
            </a:r>
            <a:r>
              <a:rPr lang="tr-TR" dirty="0" err="1"/>
              <a:t>matplotlib</a:t>
            </a:r>
            <a:endParaRPr lang="tr-TR" dirty="0"/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</a:t>
            </a:r>
            <a:r>
              <a:rPr lang="tr-TR" dirty="0" err="1"/>
              <a:t>Python</a:t>
            </a:r>
            <a:r>
              <a:rPr lang="tr-TR" dirty="0"/>
              <a:t> is </a:t>
            </a:r>
            <a:r>
              <a:rPr lang="tr-TR" dirty="0" err="1"/>
              <a:t>adequate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simulate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level</a:t>
            </a:r>
            <a:r>
              <a:rPr lang="tr-TR" dirty="0"/>
              <a:t> of </a:t>
            </a:r>
            <a:r>
              <a:rPr lang="tr-TR" dirty="0" err="1"/>
              <a:t>project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5608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926D28A-4C39-4F34-9E95-AFE0CD0F5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Results</a:t>
            </a:r>
            <a:endParaRPr lang="tr-TR" dirty="0"/>
          </a:p>
        </p:txBody>
      </p:sp>
      <p:graphicFrame>
        <p:nvGraphicFramePr>
          <p:cNvPr id="6" name="Tablo 6">
            <a:extLst>
              <a:ext uri="{FF2B5EF4-FFF2-40B4-BE49-F238E27FC236}">
                <a16:creationId xmlns:a16="http://schemas.microsoft.com/office/drawing/2014/main" id="{9387A475-7698-4D32-9A21-C90039B34E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9379761"/>
              </p:ext>
            </p:extLst>
          </p:nvPr>
        </p:nvGraphicFramePr>
        <p:xfrm>
          <a:off x="1096963" y="1846263"/>
          <a:ext cx="100584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827">
                  <a:extLst>
                    <a:ext uri="{9D8B030D-6E8A-4147-A177-3AD203B41FA5}">
                      <a16:colId xmlns:a16="http://schemas.microsoft.com/office/drawing/2014/main" val="1506035790"/>
                    </a:ext>
                  </a:extLst>
                </a:gridCol>
                <a:gridCol w="3487118">
                  <a:extLst>
                    <a:ext uri="{9D8B030D-6E8A-4147-A177-3AD203B41FA5}">
                      <a16:colId xmlns:a16="http://schemas.microsoft.com/office/drawing/2014/main" val="3111321357"/>
                    </a:ext>
                  </a:extLst>
                </a:gridCol>
                <a:gridCol w="2138767">
                  <a:extLst>
                    <a:ext uri="{9D8B030D-6E8A-4147-A177-3AD203B41FA5}">
                      <a16:colId xmlns:a16="http://schemas.microsoft.com/office/drawing/2014/main" val="2830182214"/>
                    </a:ext>
                  </a:extLst>
                </a:gridCol>
                <a:gridCol w="1596008">
                  <a:extLst>
                    <a:ext uri="{9D8B030D-6E8A-4147-A177-3AD203B41FA5}">
                      <a16:colId xmlns:a16="http://schemas.microsoft.com/office/drawing/2014/main" val="16522904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680446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Sim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Simulation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Termination</a:t>
                      </a:r>
                      <a:r>
                        <a:rPr lang="tr-TR" dirty="0"/>
                        <a:t> Time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Extinguished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Cells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Burnt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Cells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Success</a:t>
                      </a:r>
                      <a:r>
                        <a:rPr lang="tr-TR" dirty="0"/>
                        <a:t>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71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117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78.5%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05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78.9%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83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892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87.5%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121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837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92.3%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1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67.6%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125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92.8%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107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243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6183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A05C134-659D-4EDF-8D09-EB052031B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Results</a:t>
            </a:r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7EC3CB18-8594-4924-A96D-F3D5A9351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587" y="1845847"/>
            <a:ext cx="3064377" cy="2298283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03789C38-6D43-4DC4-B80E-B4AEA824D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035" y="1845847"/>
            <a:ext cx="3064378" cy="2298284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A5BEF2CF-EA8B-407E-962F-C0B6090C79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035" y="4144130"/>
            <a:ext cx="3064378" cy="2298284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40FB2961-78D1-448E-A4F3-7CE40213EC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587" y="4144130"/>
            <a:ext cx="3064379" cy="229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301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A4D37C-7FDB-41C1-B4F8-73CCFC826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Future</a:t>
            </a:r>
            <a:r>
              <a:rPr lang="tr-TR" dirty="0"/>
              <a:t> </a:t>
            </a:r>
            <a:r>
              <a:rPr lang="tr-TR" dirty="0" err="1"/>
              <a:t>Work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DEF5598-1C2A-4B49-81FA-4AA527AC5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</a:t>
            </a:r>
            <a:r>
              <a:rPr lang="tr-TR" dirty="0" err="1"/>
              <a:t>Applying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project</a:t>
            </a:r>
            <a:r>
              <a:rPr lang="tr-TR" dirty="0"/>
              <a:t> in a </a:t>
            </a:r>
            <a:r>
              <a:rPr lang="tr-TR" dirty="0" err="1"/>
              <a:t>high</a:t>
            </a:r>
            <a:r>
              <a:rPr lang="tr-TR" dirty="0"/>
              <a:t> </a:t>
            </a:r>
            <a:r>
              <a:rPr lang="tr-TR" dirty="0" err="1"/>
              <a:t>quality</a:t>
            </a:r>
            <a:r>
              <a:rPr lang="tr-TR" dirty="0"/>
              <a:t> 3D </a:t>
            </a:r>
            <a:r>
              <a:rPr lang="tr-TR" dirty="0" err="1"/>
              <a:t>simulation</a:t>
            </a:r>
            <a:r>
              <a:rPr lang="tr-TR" dirty="0"/>
              <a:t> </a:t>
            </a:r>
            <a:r>
              <a:rPr lang="tr-TR" dirty="0" err="1"/>
              <a:t>environment</a:t>
            </a:r>
            <a:endParaRPr lang="tr-TR" dirty="0"/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</a:t>
            </a:r>
            <a:r>
              <a:rPr lang="tr-TR" dirty="0" err="1"/>
              <a:t>Adding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real</a:t>
            </a:r>
            <a:r>
              <a:rPr lang="tr-TR" dirty="0"/>
              <a:t> </a:t>
            </a:r>
            <a:r>
              <a:rPr lang="tr-TR" dirty="0" err="1"/>
              <a:t>dynamics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kinematics</a:t>
            </a:r>
            <a:r>
              <a:rPr lang="tr-TR" dirty="0"/>
              <a:t> of </a:t>
            </a:r>
            <a:r>
              <a:rPr lang="tr-TR" dirty="0" err="1"/>
              <a:t>robots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sensors</a:t>
            </a:r>
            <a:endParaRPr lang="tr-TR" dirty="0"/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</a:t>
            </a:r>
            <a:r>
              <a:rPr lang="tr-TR" dirty="0" err="1"/>
              <a:t>Experimenting</a:t>
            </a:r>
            <a:r>
              <a:rPr lang="tr-TR" dirty="0"/>
              <a:t> in </a:t>
            </a:r>
            <a:r>
              <a:rPr lang="tr-TR" dirty="0" err="1"/>
              <a:t>real</a:t>
            </a:r>
            <a:r>
              <a:rPr lang="tr-TR" dirty="0"/>
              <a:t>-World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</a:t>
            </a:r>
            <a:r>
              <a:rPr lang="tr-TR" dirty="0" err="1"/>
              <a:t>Exploring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creating</a:t>
            </a:r>
            <a:r>
              <a:rPr lang="tr-TR" dirty="0"/>
              <a:t> </a:t>
            </a:r>
            <a:r>
              <a:rPr lang="tr-TR" dirty="0" err="1"/>
              <a:t>benchmarks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evaluate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algorithm</a:t>
            </a:r>
            <a:r>
              <a:rPr lang="tr-TR" dirty="0"/>
              <a:t> </a:t>
            </a:r>
            <a:r>
              <a:rPr lang="tr-TR" dirty="0" err="1"/>
              <a:t>properly</a:t>
            </a:r>
            <a:endParaRPr lang="tr-TR" dirty="0"/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</a:t>
            </a:r>
            <a:r>
              <a:rPr lang="tr-TR" dirty="0" err="1"/>
              <a:t>Assigning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input</a:t>
            </a:r>
            <a:r>
              <a:rPr lang="tr-TR" dirty="0"/>
              <a:t> </a:t>
            </a:r>
            <a:r>
              <a:rPr lang="tr-TR" dirty="0" err="1"/>
              <a:t>variables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algorithm</a:t>
            </a:r>
            <a:r>
              <a:rPr lang="tr-TR" dirty="0"/>
              <a:t> </a:t>
            </a:r>
            <a:r>
              <a:rPr lang="tr-TR" dirty="0" err="1"/>
              <a:t>based</a:t>
            </a:r>
            <a:r>
              <a:rPr lang="tr-TR" dirty="0"/>
              <a:t> on a </a:t>
            </a:r>
            <a:r>
              <a:rPr lang="tr-TR" dirty="0" err="1"/>
              <a:t>realistic</a:t>
            </a:r>
            <a:r>
              <a:rPr lang="tr-TR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763753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70B8823-7A8E-4C72-9CD1-574765B1E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/>
              <a:t>THANKS FOR LISTENING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35C679EB-51D8-4744-AF85-B1E3E25A0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320" y="2880359"/>
            <a:ext cx="2071359" cy="14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514225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Geçmişe bakış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Geçmişe bakış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1535</TotalTime>
  <Words>549</Words>
  <Application>Microsoft Office PowerPoint</Application>
  <PresentationFormat>Geniş ekran</PresentationFormat>
  <Paragraphs>109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5" baseType="lpstr">
      <vt:lpstr>Calibri</vt:lpstr>
      <vt:lpstr>Calibri Light</vt:lpstr>
      <vt:lpstr>Wingdings</vt:lpstr>
      <vt:lpstr>Geçmişe bakış</vt:lpstr>
      <vt:lpstr>ONLINE MULTI-AGENT POLICY IMPROVEMENT FOR PATH PLANNING PROBLEMS IN ROBOTICS</vt:lpstr>
      <vt:lpstr>Introduction</vt:lpstr>
      <vt:lpstr>Introduction</vt:lpstr>
      <vt:lpstr>Multi Drone Systems</vt:lpstr>
      <vt:lpstr>MLAT-R Algorithm</vt:lpstr>
      <vt:lpstr>MLAT-R Algorithm</vt:lpstr>
      <vt:lpstr>Study Process and Challenges</vt:lpstr>
      <vt:lpstr>Results</vt:lpstr>
      <vt:lpstr>Results</vt:lpstr>
      <vt:lpstr>Future Work</vt:lpstr>
      <vt:lpstr>THANKS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Ahmet Yıldız</dc:creator>
  <cp:lastModifiedBy>Ahmet Yıldız</cp:lastModifiedBy>
  <cp:revision>27</cp:revision>
  <dcterms:created xsi:type="dcterms:W3CDTF">2025-01-27T19:05:01Z</dcterms:created>
  <dcterms:modified xsi:type="dcterms:W3CDTF">2025-01-28T20:40:18Z</dcterms:modified>
</cp:coreProperties>
</file>